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lgn="just">
              <a:defRPr sz="2800" b="0">
                <a:solidFill>
                  <a:srgbClr val="2C3E50"/>
                </a:solidFill>
                <a:latin typeface="Calibri"/>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180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 (a) Spatial transcript distribution: hippocampal regional differences. (b) UMAP by transcript count. (c) Leiden clustering: 8 cell populations. (d) UMAP cluster validation. Microglia-astrocyte cross-talk in amyloid plaque niches revealed by spatial context.</a:t>
            </a:r>
          </a:p>
        </p:txBody>
      </p:sp>
      <p:pic>
        <p:nvPicPr>
          <p:cNvPr id="25" name="Picture 24" descr="fig7_concept.png"/>
          <p:cNvPicPr>
            <a:picLocks noChangeAspect="1"/>
          </p:cNvPicPr>
          <p:nvPr/>
        </p:nvPicPr>
        <p:blipFill>
          <a:blip r:embed="rId8"/>
          <a:stretch>
            <a:fillRect/>
          </a:stretch>
        </p:blipFill>
        <p:spPr>
          <a:xfrm>
            <a:off x="17820000" y="26866206"/>
            <a:ext cx="12600000" cy="7200000"/>
          </a:xfrm>
          <a:prstGeom prst="rect">
            <a:avLst/>
          </a:prstGeom>
        </p:spPr>
      </p:pic>
      <p:sp>
        <p:nvSpPr>
          <p:cNvPr id="26" name="TextBox 25"/>
          <p:cNvSpPr txBox="1"/>
          <p:nvPr/>
        </p:nvSpPr>
        <p:spPr>
          <a:xfrm>
            <a:off x="17820000" y="34246206"/>
            <a:ext cx="13320000" cy="6259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