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 Brain,</a:t>
            </a:r>
          </a:p>
          <a:p>
            <a:pPr>
              <a:spcAft>
                <a:spcPts val="200"/>
              </a:spcAft>
              <a:defRPr sz="2800">
                <a:solidFill>
                  <a:srgbClr val="2C3E50"/>
                </a:solidFill>
                <a:latin typeface="Calibri"/>
              </a:defRPr>
            </a:pPr>
            <a:r>
              <a:t>breast, lung, and lymph node are most represented, along with normal</a:t>
            </a:r>
          </a:p>
          <a:p>
            <a:pPr>
              <a:spcAft>
                <a:spcPts val="200"/>
              </a:spcAft>
              <a:defRPr sz="2800">
                <a:solidFill>
                  <a:srgbClr val="2C3E50"/>
                </a:solidFill>
                <a:latin typeface="Calibri"/>
              </a:defRPr>
            </a:pPr>
            <a:r>
              <a:t>tissue, various cancers, and neurodegenerative conditions (Alzheimer's).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Xenium achieves the highest transcript counts (181K median) and broadest</a:t>
            </a:r>
          </a:p>
          <a:p>
            <a:pPr>
              <a:spcAft>
                <a:spcPts val="200"/>
              </a:spcAft>
              <a:defRPr sz="2800">
                <a:solidFill>
                  <a:srgbClr val="2C3E50"/>
                </a:solidFill>
                <a:latin typeface="Calibri"/>
              </a:defRPr>
            </a:pPr>
            <a:r>
              <a:t>gene panels (6,522). MERFISH captures the most cells (18K median, 550K</a:t>
            </a:r>
          </a:p>
          <a:p>
            <a:pPr>
              <a:spcAft>
                <a:spcPts val="200"/>
              </a:spcAft>
              <a:defRPr sz="2800">
                <a:solidFill>
                  <a:srgbClr val="2C3E50"/>
                </a:solidFill>
                <a:latin typeface="Calibri"/>
              </a:defRPr>
            </a:pPr>
            <a:r>
              <a:t>max). CosMx offers consistent 960-gene panels (35,825 per-cell tx).</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5xFAD mouse hippocampus</a:t>
            </a:r>
          </a:p>
        </p:txBody>
      </p:sp>
      <p:sp>
        <p:nvSpPr>
          <p:cNvPr id="24" name="TextBox 23"/>
          <p:cNvSpPr txBox="1"/>
          <p:nvPr/>
        </p:nvSpPr>
        <p:spPr>
          <a:xfrm>
            <a:off x="1260000" y="40721767"/>
            <a:ext cx="15480000" cy="1800000"/>
          </a:xfrm>
          <a:prstGeom prst="rect">
            <a:avLst/>
          </a:prstGeom>
          <a:noFill/>
        </p:spPr>
        <p:txBody>
          <a:bodyPr wrap="square">
            <a:spAutoFit/>
          </a:bodyPr>
          <a:lstStyle/>
          <a:p>
            <a:pPr algn="just">
              <a:defRPr sz="2800" b="0">
                <a:solidFill>
                  <a:srgbClr val="2C3E50"/>
                </a:solidFill>
                <a:latin typeface="Calibri"/>
              </a:defRPr>
            </a:pPr>
            <a:r>
              <a:t>5xFAD Alzheimer's model (821 cells, 41 FOVs, 960 genes). (a) Spatial transcript counts: hippocampal regional differences. (b) UMAP by transcript count. (c) Leiden: 8 cell populations. (d) UMAP cluster validation. Microglia-astrocyte cross-talk in amyloid plaque niches revealed by spatial context.</a:t>
            </a:r>
          </a:p>
        </p:txBody>
      </p:sp>
      <p:sp>
        <p:nvSpPr>
          <p:cNvPr id="25" name="TextBox 24"/>
          <p:cNvSpPr txBox="1"/>
          <p:nvPr/>
        </p:nvSpPr>
        <p:spPr>
          <a:xfrm>
            <a:off x="17820000" y="26866206"/>
            <a:ext cx="13320000" cy="13639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